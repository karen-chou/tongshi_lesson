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2618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人工智能在复杂系统中的应用现状及其经济价值评估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68096" y="23957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模型分析与课堂汇报材料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周祺伦 066、贾智勇 065、马睿 067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96265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从应用成熟度、经济机制、趋势预测和资源优化四个层面展开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研究问题：AI为何是复杂系统的关键变量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49377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复杂系统具有多主体、多变量、强反馈和高不确定性特征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AI可以同时作用于感知、预测、决策和执行，形成闭环优化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本研究关注：应用成熟度如何测度、经济价值如何产生、未来趋势如何预测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1280160" cy="777240"/>
          </a:xfrm>
          <a:prstGeom prst="chevron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874520"/>
            <a:ext cx="1280160" cy="777240"/>
          </a:xfrm>
          <a:prstGeom prst="chevron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1874520"/>
            <a:ext cx="1280160" cy="777240"/>
          </a:xfrm>
          <a:prstGeom prst="chevron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2112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0416" y="2112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63456" y="2112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3218688"/>
            <a:ext cx="46634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研究结论：AI的价值不只是自动化降本，而是提升复杂系统中的决策质量和资源配置效率。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全球扩散：应用快，但价值兑现需要组织重构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379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6968" y="23134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组织AI使用率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587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Stanford AI Index 2025：2024年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379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681728" y="23134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组织常规使用AI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2587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McKinsey 2025全球调查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3F6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8379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39%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476488" y="23134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报告企业层面EBIT影响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76488" y="2587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McKinsey：价值兑现仍不充分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98755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AI从实验性工具进入业务职能，但规模化收益仍依赖数据治理和流程再设计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美国、中国、英国是AI私人投资主要集中地，生成式AI投资继续增长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课堂调研应区分“采用率提升”和“经济价值兑现”两个概念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MEASUREMENT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行业成熟度：金融科技与先进制造领先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pic>
        <p:nvPicPr>
          <p:cNvPr id="6" name="Image 0" descr="C:\Karen\tongshi_lesson\outputs\ai_complex_systems_materials\charts\industry_ai_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00200"/>
            <a:ext cx="644652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62672" y="1755648"/>
            <a:ext cx="361188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综合指数由渗透率、投资强度、数据可得性、利润改善潜力和社会影响权重加权得到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金融科技和先进制造数据闭环清晰，更容易形成可量化收益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气象环境、医疗健康社会价值高，但合规、安全和责任边界更复杂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模型框架：从特征识别到资源配置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2880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57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596896"/>
            <a:ext cx="190195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行业渗透率、投资、生产率、利润率、人才结构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3163824" y="2596896"/>
            <a:ext cx="256032" cy="256032"/>
          </a:xfrm>
          <a:prstGeom prst="triangl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82880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2F7EE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057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1608" y="2596896"/>
            <a:ext cx="190195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识别影响经济增长与利润改善的关键特征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5952744" y="2596896"/>
            <a:ext cx="256032" cy="256032"/>
          </a:xfrm>
          <a:prstGeom prst="triangl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82880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057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MCMC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10528" y="2596896"/>
            <a:ext cx="190195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模拟采用率和生产率贡献的不确定路径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8741664" y="2596896"/>
            <a:ext cx="256032" cy="256032"/>
          </a:xfrm>
          <a:prstGeom prst="triangl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182880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2F7EE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4584" y="2057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 / CP-SAT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99448" y="2596896"/>
            <a:ext cx="190195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在预算、算力、人才约束下选择项目组合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5568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目标函数：Max Σ(valueᵢ × xᵢ)，约束预算、算力、人才、风险阈值和公共服务覆盖。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FORECAST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趋势预测：2030年产出指数在三种情景下显著分化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pic>
        <p:nvPicPr>
          <p:cNvPr id="6" name="Image 0" descr="C:\Karen\tongshi_lesson\outputs\ai_complex_systems_materials\charts\scenario_output_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2768"/>
            <a:ext cx="658368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99248" y="1755648"/>
            <a:ext cx="34747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保守情景：采用率和流程重构不足，2030指数约121.7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基准情景：多数行业完成规模化部署，2030指数约135.2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积极情景：智能体和行业模型成熟，2030指数约154.4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LABOR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劳动力影响：岗位替代与岗位创造同时发生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pic>
        <p:nvPicPr>
          <p:cNvPr id="6" name="Image 0" descr="C:\Karen\tongshi_lesson\outputs\ai_complex_systems_materials\charts\jobs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0200"/>
            <a:ext cx="612648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737360"/>
            <a:ext cx="365760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WEF估计AI与信息处理技术到2030年创造1100万个岗位、替代900万个岗位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真正变化的是任务结构：重复任务减少，分析、协作、AI管理类任务增加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政策与企业管理重点应放在再培训、数据治理和责任边界上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结论：AI经济价值来自技术与组织的乘积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524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996696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AI价值 = 技术能力 × 数据基础 × 流程重构 × 人才适配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短期商业价值：先进制造、金融科技；长期社会价值：气象环境、医疗健康、教育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后续实证可补充行业面板数据，用随机森林、MCMC和线性规划检验稳健性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课堂展示建议：用“现状—模型—预测—风险—建议”的故事线组织汇报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983480"/>
            <a:ext cx="996696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5138928"/>
            <a:ext cx="9454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核心判断：不要只问AI能替代什么，更要问AI如何重构复杂系统的决策闭环。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52760" y="6473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AI复杂系统调研 |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课程调研小组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人工智能复杂系统调研展示</dc:title>
  <dc:subject>人工智能在复杂系统中的应用现状及经济价值评估</dc:subject>
  <dc:creator>Codex</dc:creator>
  <cp:lastModifiedBy>Codex</cp:lastModifiedBy>
  <cp:revision>1</cp:revision>
  <dcterms:created xsi:type="dcterms:W3CDTF">2026-05-24T05:57:36Z</dcterms:created>
  <dcterms:modified xsi:type="dcterms:W3CDTF">2026-05-24T05:57:36Z</dcterms:modified>
</cp:coreProperties>
</file>